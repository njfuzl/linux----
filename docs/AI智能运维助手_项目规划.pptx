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86660" y="1249412"/>
            <a:ext cx="4170530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智能运维助手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2486660" y="2039987"/>
            <a:ext cx="417053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0"/>
              </a:spcAft>
              <a:buNone/>
            </a:pPr>
            <a:r>
              <a:rPr lang="en-US" sz="2000" dirty="0">
                <a:solidFill>
                  <a:srgbClr val="7EB8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Ops Agent — Linux 课程项目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527548" y="2754362"/>
            <a:ext cx="4088755" cy="441127"/>
          </a:xfrm>
          <a:prstGeom prst="roundRect">
            <a:avLst>
              <a:gd name="adj" fmla="val 17274"/>
            </a:avLst>
          </a:prstGeom>
          <a:solidFill>
            <a:srgbClr val="1B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849322" y="2855863"/>
            <a:ext cx="344520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D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Shell 系统采集 + AI 智能诊断 + 对话式运维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486660" y="3703439"/>
            <a:ext cx="41705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0"/>
              </a:spcBef>
              <a:buNone/>
            </a:pPr>
            <a:r>
              <a:rPr lang="en-US" sz="1100" dirty="0">
                <a:solidFill>
                  <a:srgbClr val="5A7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人团队 · 3 周开发 · Linux + AI 融合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1374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396925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项目概述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914400"/>
            <a:ext cx="762000" cy="381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50" y="1206401"/>
            <a:ext cx="8128099" cy="1297186"/>
          </a:xfrm>
          <a:prstGeom prst="roundRect">
            <a:avLst>
              <a:gd name="adj" fmla="val 783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36525" y="1206401"/>
            <a:ext cx="0" cy="1297186"/>
          </a:xfrm>
          <a:prstGeom prst="line">
            <a:avLst/>
          </a:prstGeom>
          <a:noFill/>
          <a:ln w="57150">
            <a:solidFill>
              <a:srgbClr val="2B57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9900" y="1435001"/>
            <a:ext cx="761057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B5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项目目标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9900" y="1787426"/>
            <a:ext cx="7610576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开发一个融合 AI 的 Linux 系统运维助手，支持系统资源自动采集、日志智能分析、AI 诊断建议和自然语言对话式操作。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7950" y="2681288"/>
            <a:ext cx="8128099" cy="1053405"/>
          </a:xfrm>
          <a:prstGeom prst="roundRect">
            <a:avLst>
              <a:gd name="adj" fmla="val 964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36525" y="2681288"/>
            <a:ext cx="0" cy="1053405"/>
          </a:xfrm>
          <a:prstGeom prst="line">
            <a:avLst/>
          </a:prstGeom>
          <a:noFill/>
          <a:ln w="57150">
            <a:solidFill>
              <a:srgbClr val="2B57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9900" y="2909888"/>
            <a:ext cx="761057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B5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核心理念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69900" y="3262313"/>
            <a:ext cx="7610576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 AI 读懂系统状态 — 定时采集系统指标，送入 LLM 分析，自动诊断问题并给出可操作修复建议。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7950" y="3912394"/>
            <a:ext cx="8128099" cy="1053405"/>
          </a:xfrm>
          <a:prstGeom prst="roundRect">
            <a:avLst>
              <a:gd name="adj" fmla="val 964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536525" y="3912394"/>
            <a:ext cx="0" cy="1053405"/>
          </a:xfrm>
          <a:prstGeom prst="line">
            <a:avLst/>
          </a:prstGeom>
          <a:noFill/>
          <a:ln w="57150">
            <a:solidFill>
              <a:srgbClr val="2B57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9900" y="4140994"/>
            <a:ext cx="761057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B5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交付产出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9900" y="4493419"/>
            <a:ext cx="7610576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Shell 脚本集（4个）+ Python 引擎（5个模块）+ 快照数据 + 诊断报告 + 单元测试 + 完整文档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43175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核心功能（3 个模块）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949226"/>
            <a:ext cx="762000" cy="381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50" y="1241227"/>
            <a:ext cx="2573834" cy="2091482"/>
          </a:xfrm>
          <a:prstGeom prst="roundRect">
            <a:avLst>
              <a:gd name="adj" fmla="val 485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591717" y="1469827"/>
            <a:ext cx="406301" cy="406301"/>
          </a:xfrm>
          <a:prstGeom prst="roundRect">
            <a:avLst>
              <a:gd name="adj" fmla="val 225055"/>
            </a:avLst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591717" y="1469827"/>
            <a:ext cx="414427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15384" y="2003078"/>
            <a:ext cx="215896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系统采集与日志分析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6550" y="2342704"/>
            <a:ext cx="2158966" cy="571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Shell 一键采集 CPU/内存/磁盘/网络/进程指标；grep/sed/awk 扫描系统日志异常模式，输出标准化 JSON。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84934" y="1241227"/>
            <a:ext cx="2573982" cy="2091482"/>
          </a:xfrm>
          <a:prstGeom prst="roundRect">
            <a:avLst>
              <a:gd name="adj" fmla="val 485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368701" y="1469827"/>
            <a:ext cx="406301" cy="406301"/>
          </a:xfrm>
          <a:prstGeom prst="roundRect">
            <a:avLst>
              <a:gd name="adj" fmla="val 225055"/>
            </a:avLst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368701" y="1469827"/>
            <a:ext cx="414427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92367" y="2003078"/>
            <a:ext cx="215911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智能诊断引擎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13534" y="2342704"/>
            <a:ext cx="2159118" cy="76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封装 Prompt 调用 LLM API 分析系统健康状态，输出严重程度分级和修复建议；API 不可用时自动降级为离线规则引擎。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62067" y="1241227"/>
            <a:ext cx="2573982" cy="2091482"/>
          </a:xfrm>
          <a:prstGeom prst="roundRect">
            <a:avLst>
              <a:gd name="adj" fmla="val 485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145834" y="1469827"/>
            <a:ext cx="406301" cy="406301"/>
          </a:xfrm>
          <a:prstGeom prst="roundRect">
            <a:avLst>
              <a:gd name="adj" fmla="val 225055"/>
            </a:avLst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145834" y="1469827"/>
            <a:ext cx="414427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69499" y="2003078"/>
            <a:ext cx="215911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对话式运维终端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90667" y="2342704"/>
            <a:ext cx="2159118" cy="571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自然语言输入需求，"'AI 翻译为 Shell 命令"'，用户确认后执行并解读结果；内置危险命令拦截和 30 秒超时保护。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43175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技术架构与数据流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949226"/>
            <a:ext cx="762000" cy="381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50" y="1215926"/>
            <a:ext cx="4183112" cy="545902"/>
          </a:xfrm>
          <a:prstGeom prst="roundRect">
            <a:avLst>
              <a:gd name="adj" fmla="val 1861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99291" y="1393627"/>
            <a:ext cx="38004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crontab / 手动触发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66119" y="1888778"/>
            <a:ext cx="426677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400" dirty="0">
                <a:solidFill>
                  <a:srgbClr val="2B5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7950" y="2123629"/>
            <a:ext cx="4183112" cy="688777"/>
          </a:xfrm>
          <a:prstGeom prst="roundRect">
            <a:avLst>
              <a:gd name="adj" fmla="val 1475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99291" y="2301329"/>
            <a:ext cx="38004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Shell 采集层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99291" y="2491829"/>
            <a:ext cx="38004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sys_collector · log_scanner · process_guard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6119" y="2939355"/>
            <a:ext cx="426677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400" dirty="0">
                <a:solidFill>
                  <a:srgbClr val="2B5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JSON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950" y="3174206"/>
            <a:ext cx="4183112" cy="688777"/>
          </a:xfrm>
          <a:prstGeom prst="roundRect">
            <a:avLst>
              <a:gd name="adj" fmla="val 1475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99291" y="3351907"/>
            <a:ext cx="38004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引擎层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99291" y="3542407"/>
            <a:ext cx="38004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data_reader → ai_engine → report_gen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6119" y="3989933"/>
            <a:ext cx="426677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400" dirty="0">
                <a:solidFill>
                  <a:srgbClr val="2B5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950" y="4224784"/>
            <a:ext cx="4183112" cy="707827"/>
          </a:xfrm>
          <a:prstGeom prst="roundRect">
            <a:avLst>
              <a:gd name="adj" fmla="val 1435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99291" y="4402485"/>
            <a:ext cx="38004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交互层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9291" y="4592985"/>
            <a:ext cx="380043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终端菜单 · 对话模式 · 报告查看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44963" y="1215926"/>
            <a:ext cx="376490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B5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覆盖技术（11 项）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983063" y="1622227"/>
            <a:ext cx="863798" cy="234851"/>
          </a:xfrm>
          <a:prstGeom prst="roundRect">
            <a:avLst>
              <a:gd name="adj" fmla="val 21631"/>
            </a:avLst>
          </a:prstGeom>
          <a:solidFill>
            <a:srgbClr val="E8F0F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110014" y="1672977"/>
            <a:ext cx="62209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Shell (bash)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965478" y="1622227"/>
            <a:ext cx="933748" cy="234851"/>
          </a:xfrm>
          <a:prstGeom prst="roundRect">
            <a:avLst>
              <a:gd name="adj" fmla="val 21631"/>
            </a:avLst>
          </a:prstGeom>
          <a:solidFill>
            <a:srgbClr val="E8F0F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92428" y="1672977"/>
            <a:ext cx="6934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grep/sed/awk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017841" y="1603177"/>
            <a:ext cx="857250" cy="253901"/>
          </a:xfrm>
          <a:prstGeom prst="roundRect">
            <a:avLst>
              <a:gd name="adj" fmla="val 20008"/>
            </a:avLst>
          </a:prstGeom>
          <a:solidFill>
            <a:srgbClr val="E8F0F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144792" y="1653927"/>
            <a:ext cx="6154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管道/重定向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983063" y="1933277"/>
            <a:ext cx="711101" cy="253901"/>
          </a:xfrm>
          <a:prstGeom prst="roundRect">
            <a:avLst>
              <a:gd name="adj" fmla="val 20008"/>
            </a:avLst>
          </a:prstGeom>
          <a:solidFill>
            <a:srgbClr val="E8F0F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110014" y="1984028"/>
            <a:ext cx="4663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进程管理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812780" y="1933277"/>
            <a:ext cx="711101" cy="253901"/>
          </a:xfrm>
          <a:prstGeom prst="roundRect">
            <a:avLst>
              <a:gd name="adj" fmla="val 20008"/>
            </a:avLst>
          </a:prstGeom>
          <a:solidFill>
            <a:srgbClr val="E8F0F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939730" y="1984028"/>
            <a:ext cx="4663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日志分析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642497" y="1952327"/>
            <a:ext cx="635198" cy="234851"/>
          </a:xfrm>
          <a:prstGeom prst="roundRect">
            <a:avLst>
              <a:gd name="adj" fmla="val 21631"/>
            </a:avLst>
          </a:prstGeom>
          <a:solidFill>
            <a:srgbClr val="E8F0F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769447" y="2003078"/>
            <a:ext cx="38892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crontab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396311" y="1933277"/>
            <a:ext cx="711101" cy="253901"/>
          </a:xfrm>
          <a:prstGeom prst="roundRect">
            <a:avLst>
              <a:gd name="adj" fmla="val 20008"/>
            </a:avLst>
          </a:prstGeom>
          <a:solidFill>
            <a:srgbClr val="E8F0F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523262" y="1984028"/>
            <a:ext cx="4663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网络命令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983063" y="2263378"/>
            <a:ext cx="742950" cy="253901"/>
          </a:xfrm>
          <a:prstGeom prst="roundRect">
            <a:avLst>
              <a:gd name="adj" fmla="val 20008"/>
            </a:avLst>
          </a:prstGeom>
          <a:solidFill>
            <a:srgbClr val="E8F0F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110014" y="2314129"/>
            <a:ext cx="49883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文件/权限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844629" y="2282428"/>
            <a:ext cx="949821" cy="234851"/>
          </a:xfrm>
          <a:prstGeom prst="roundRect">
            <a:avLst>
              <a:gd name="adj" fmla="val 21631"/>
            </a:avLst>
          </a:prstGeom>
          <a:solidFill>
            <a:srgbClr val="E8F0F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971580" y="2333179"/>
            <a:ext cx="70983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Python+Linux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913066" y="2263378"/>
            <a:ext cx="781199" cy="253901"/>
          </a:xfrm>
          <a:prstGeom prst="roundRect">
            <a:avLst>
              <a:gd name="adj" fmla="val 20008"/>
            </a:avLst>
          </a:prstGeom>
          <a:solidFill>
            <a:srgbClr val="E8F0F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040017" y="2314129"/>
            <a:ext cx="5378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Agent调用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983063" y="2593479"/>
            <a:ext cx="888950" cy="253901"/>
          </a:xfrm>
          <a:prstGeom prst="roundRect">
            <a:avLst>
              <a:gd name="adj" fmla="val 20008"/>
            </a:avLst>
          </a:prstGeom>
          <a:solidFill>
            <a:srgbClr val="E8F0F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110014" y="2644229"/>
            <a:ext cx="6477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版本控制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944963" y="3063180"/>
            <a:ext cx="376490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B5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接口约定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4944963" y="3437781"/>
            <a:ext cx="3764908" cy="571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Shell </a:t>
            </a:r>
            <a:pPr algn="l" indent="0" marL="0">
              <a:lnSpc>
                <a:spcPts val="15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stdout</a:t>
            </a:r>
            <a:pPr algn="l" indent="0" marL="0">
              <a:lnSpc>
                <a:spcPts val="15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纯 JSON</a:t>
            </a:r>
            <a:endParaRPr lang="en-US" sz="1000" dirty="0"/>
          </a:p>
          <a:p>
            <a:pPr algn="l" indent="0" marL="0">
              <a:lnSpc>
                <a:spcPts val="15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Shell </a:t>
            </a:r>
            <a:endParaRPr lang="en-US" sz="1000" dirty="0"/>
          </a:p>
          <a:p>
            <a:pPr algn="l" indent="0" marL="0">
              <a:lnSpc>
                <a:spcPts val="15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stderr</a:t>
            </a:r>
            <a:pPr algn="l" indent="0" marL="0">
              <a:lnSpc>
                <a:spcPts val="15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日志/提示</a:t>
            </a:r>
            <a:endParaRPr lang="en-US" sz="1000" dirty="0"/>
          </a:p>
          <a:p>
            <a:pPr algn="l" indent="0" marL="0">
              <a:lnSpc>
                <a:spcPts val="15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Python </a:t>
            </a:r>
            <a:endParaRPr lang="en-US" sz="1000" dirty="0"/>
          </a:p>
          <a:p>
            <a:pPr algn="l" indent="0" marL="0">
              <a:lnSpc>
                <a:spcPts val="15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subprocess.run()</a:t>
            </a:r>
            <a:pPr algn="l" indent="0" marL="0">
              <a:lnSpc>
                <a:spcPts val="15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调用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43175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小组分工（2 人）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949226"/>
            <a:ext cx="762000" cy="381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50" y="1241227"/>
            <a:ext cx="3937099" cy="3649266"/>
          </a:xfrm>
          <a:prstGeom prst="roundRect">
            <a:avLst>
              <a:gd name="adj" fmla="val 278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61851" y="1469827"/>
            <a:ext cx="1544985" cy="292001"/>
          </a:xfrm>
          <a:prstGeom prst="roundRect">
            <a:avLst>
              <a:gd name="adj" fmla="val 60890"/>
            </a:avLst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9552" y="1520577"/>
            <a:ext cx="1213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人员 A · Shell 方向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1851" y="1888778"/>
            <a:ext cx="3497884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模块 A：采集与分析层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1851" y="2266504"/>
            <a:ext cx="3429298" cy="1760637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common.sh — 公共函数库</a:t>
            </a:r>
            <a:endParaRPr lang="en-US" sz="1100" dirty="0"/>
          </a:p>
          <a:p>
            <a:pPr algn="l" marL="101600" indent="-1016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sys_collector.sh — 系统资源采集</a:t>
            </a:r>
            <a:endParaRPr lang="en-US" sz="1100" dirty="0"/>
          </a:p>
          <a:p>
            <a:pPr algn="l" marL="101600" indent="-1016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log_scanner.sh — 日志扫描分析</a:t>
            </a:r>
            <a:endParaRPr lang="en-US" sz="1100" dirty="0"/>
          </a:p>
          <a:p>
            <a:pPr algn="l" marL="101600" indent="-1016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process_guard.sh — 进程守护</a:t>
            </a:r>
            <a:endParaRPr lang="en-US" sz="1100" dirty="0"/>
          </a:p>
          <a:p>
            <a:pPr algn="l" marL="101600" indent="-1016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auto_reporter.sh — 定时快照编排</a:t>
            </a:r>
            <a:endParaRPr lang="en-US" sz="1100" dirty="0"/>
          </a:p>
          <a:p>
            <a:pPr algn="l" marL="101600" indent="-1016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cron_setup.sh — crontab 部署</a:t>
            </a:r>
            <a:endParaRPr lang="en-US" sz="1100" dirty="0"/>
          </a:p>
          <a:p>
            <a:pPr algn="l" marL="101600" indent="-1016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test_shell.sh — Shell 单元测试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61851" y="4154091"/>
            <a:ext cx="3429298" cy="364927"/>
          </a:xfrm>
          <a:prstGeom prst="roundRect">
            <a:avLst>
              <a:gd name="adj" fmla="val 13921"/>
            </a:avLst>
          </a:prstGeom>
          <a:solidFill>
            <a:srgbClr val="F0F5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88802" y="4255591"/>
            <a:ext cx="3238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关键技能：</a:t>
            </a:r>
            <a:pPr algn="l" indent="0" marL="0">
              <a:buNone/>
            </a:pPr>
            <a:r>
              <a:rPr lang="en-US" sz="10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· /proc · grep/sed/awk · 管道 · crontab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98950" y="1241227"/>
            <a:ext cx="3937099" cy="3649266"/>
          </a:xfrm>
          <a:prstGeom prst="roundRect">
            <a:avLst>
              <a:gd name="adj" fmla="val 278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952851" y="1469827"/>
            <a:ext cx="1983284" cy="292001"/>
          </a:xfrm>
          <a:prstGeom prst="roundRect">
            <a:avLst>
              <a:gd name="adj" fmla="val 60890"/>
            </a:avLst>
          </a:prstGeom>
          <a:solidFill>
            <a:srgbClr val="1A7A5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130552" y="1520577"/>
            <a:ext cx="16604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人员 B · Python + AI 方向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52851" y="1888778"/>
            <a:ext cx="3497884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模块 B：引擎与交互层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952851" y="2266504"/>
            <a:ext cx="3429298" cy="1760637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main.py — 主入口交互菜单</a:t>
            </a:r>
            <a:endParaRPr lang="en-US" sz="1100" dirty="0"/>
          </a:p>
          <a:p>
            <a:pPr algn="l" marL="101600" indent="-1016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ai_engine.py — AI 诊断引擎</a:t>
            </a:r>
            <a:endParaRPr lang="en-US" sz="1100" dirty="0"/>
          </a:p>
          <a:p>
            <a:pPr algn="l" marL="101600" indent="-1016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shell_agent.py — 对话式运维代理</a:t>
            </a:r>
            <a:endParaRPr lang="en-US" sz="1100" dirty="0"/>
          </a:p>
          <a:p>
            <a:pPr algn="l" marL="101600" indent="-1016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report_gen.py — 报告生成器</a:t>
            </a:r>
            <a:endParaRPr lang="en-US" sz="1100" dirty="0"/>
          </a:p>
          <a:p>
            <a:pPr algn="l" marL="101600" indent="-1016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data_reader.py — 数据读取解析</a:t>
            </a:r>
            <a:endParaRPr lang="en-US" sz="1100" dirty="0"/>
          </a:p>
          <a:p>
            <a:pPr algn="l" marL="101600" indent="-1016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config_loader.py — 配置管理</a:t>
            </a:r>
            <a:endParaRPr lang="en-US" sz="1100" dirty="0"/>
          </a:p>
          <a:p>
            <a:pPr algn="l" marL="101600" indent="-1016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test_python.py — Python 单元测试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52851" y="4154091"/>
            <a:ext cx="3429298" cy="507802"/>
          </a:xfrm>
          <a:prstGeom prst="roundRect">
            <a:avLst>
              <a:gd name="adj" fmla="val 10004"/>
            </a:avLst>
          </a:prstGeom>
          <a:solidFill>
            <a:srgbClr val="F0F5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079802" y="4255591"/>
            <a:ext cx="323890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关键技能：</a:t>
            </a:r>
            <a:pPr algn="l" indent="0" marL="0">
              <a:buNone/>
            </a:pPr>
            <a:r>
              <a:rPr lang="en-US" sz="10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· LLM API · subprocess · Jinja2 · Prompt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43175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周开发计划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949226"/>
            <a:ext cx="762000" cy="381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50" y="1190476"/>
            <a:ext cx="2590800" cy="2491383"/>
          </a:xfrm>
          <a:prstGeom prst="roundRect">
            <a:avLst>
              <a:gd name="adj" fmla="val 407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11101" y="1393627"/>
            <a:ext cx="739378" cy="292001"/>
          </a:xfrm>
          <a:prstGeom prst="roundRect">
            <a:avLst>
              <a:gd name="adj" fmla="val 17397"/>
            </a:avLst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63501" y="1444377"/>
            <a:ext cx="4432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1 周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11101" y="1787128"/>
            <a:ext cx="222818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基础设施 + 核心采集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1101" y="2082403"/>
            <a:ext cx="2228189" cy="38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B5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A：</a:t>
            </a:r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仓库，sys_collector.sh，log_scanner.sh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11101" y="2539305"/>
            <a:ext cx="2228189" cy="38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B5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B：</a:t>
            </a:r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环境，config_loader，ai_engine 框架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11101" y="3021509"/>
            <a:ext cx="2184499" cy="457200"/>
          </a:xfrm>
          <a:prstGeom prst="roundRect">
            <a:avLst>
              <a:gd name="adj" fmla="val 11111"/>
            </a:avLst>
          </a:prstGeom>
          <a:solidFill>
            <a:srgbClr val="FFF9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38051" y="3097709"/>
            <a:ext cx="19692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7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Shell 输出合法 JSON，Python 可解析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76451" y="1190476"/>
            <a:ext cx="2590949" cy="2491383"/>
          </a:xfrm>
          <a:prstGeom prst="roundRect">
            <a:avLst>
              <a:gd name="adj" fmla="val 407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79602" y="1393627"/>
            <a:ext cx="739378" cy="292001"/>
          </a:xfrm>
          <a:prstGeom prst="roundRect">
            <a:avLst>
              <a:gd name="adj" fmla="val 17397"/>
            </a:avLst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632002" y="1444377"/>
            <a:ext cx="4432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2 周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79602" y="1787128"/>
            <a:ext cx="2228341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功能完善 + 集成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79602" y="2082403"/>
            <a:ext cx="2228341" cy="38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B5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A：</a:t>
            </a:r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auto_reporter.sh，cron_setup.sh，process_guard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479602" y="2539305"/>
            <a:ext cx="2228341" cy="38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B5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B：</a:t>
            </a:r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 ai_engine，shell_agent，report_gen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79602" y="3021509"/>
            <a:ext cx="2184648" cy="304800"/>
          </a:xfrm>
          <a:prstGeom prst="roundRect">
            <a:avLst>
              <a:gd name="adj" fmla="val 16667"/>
            </a:avLst>
          </a:prstGeom>
          <a:solidFill>
            <a:srgbClr val="FFF9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606552" y="3097709"/>
            <a:ext cx="19693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7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全链路：采集 → AI → 报告跑通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45101" y="1190476"/>
            <a:ext cx="2590949" cy="2491383"/>
          </a:xfrm>
          <a:prstGeom prst="roundRect">
            <a:avLst>
              <a:gd name="adj" fmla="val 407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248251" y="1393627"/>
            <a:ext cx="739378" cy="292001"/>
          </a:xfrm>
          <a:prstGeom prst="roundRect">
            <a:avLst>
              <a:gd name="adj" fmla="val 17397"/>
            </a:avLst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400651" y="1444377"/>
            <a:ext cx="4432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3 周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48251" y="1787128"/>
            <a:ext cx="2228341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+ 文档 + 交付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48251" y="2082403"/>
            <a:ext cx="2228341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B5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A：</a:t>
            </a:r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单元测试，兼容测试，使用说明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48251" y="2348954"/>
            <a:ext cx="2228341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B5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B：</a:t>
            </a:r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调优，报告，演示视频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48251" y="2640806"/>
            <a:ext cx="2184648" cy="304800"/>
          </a:xfrm>
          <a:prstGeom prst="roundRect">
            <a:avLst>
              <a:gd name="adj" fmla="val 16667"/>
            </a:avLst>
          </a:prstGeom>
          <a:solidFill>
            <a:srgbClr val="FFF9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375202" y="2717006"/>
            <a:ext cx="19693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7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Tag v1.0，所有材料打包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43175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风险识别与应对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949226"/>
            <a:ext cx="762000" cy="381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50" y="1215926"/>
            <a:ext cx="1898749" cy="2365177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07950" y="1234976"/>
            <a:ext cx="1898749" cy="0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1101" y="1457176"/>
            <a:ext cx="15222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API 不可用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11101" y="1733401"/>
            <a:ext cx="1522297" cy="609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网络问题、额度耗尽、服务宕机导致核心功能中断。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1101" y="2443907"/>
            <a:ext cx="1492448" cy="934045"/>
          </a:xfrm>
          <a:prstGeom prst="roundRect">
            <a:avLst>
              <a:gd name="adj" fmla="val 5439"/>
            </a:avLst>
          </a:prstGeom>
          <a:solidFill>
            <a:srgbClr val="FFF5F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12602" y="2545407"/>
            <a:ext cx="1315236" cy="731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应对：</a:t>
            </a:r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内置离线规则引擎降级；支持多 Provider 切换（OpenAI / DeepSeek / Ollama 本地）。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584400" y="1215926"/>
            <a:ext cx="1898749" cy="2365177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2584400" y="1234976"/>
            <a:ext cx="1898749" cy="0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87551" y="1457176"/>
            <a:ext cx="15222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环境兼容性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87551" y="1733401"/>
            <a:ext cx="1522297" cy="609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缺少 /proc 文件系统，Shell 脚本无法原生运行。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87551" y="2443907"/>
            <a:ext cx="1492448" cy="934045"/>
          </a:xfrm>
          <a:prstGeom prst="roundRect">
            <a:avLst>
              <a:gd name="adj" fmla="val 5439"/>
            </a:avLst>
          </a:prstGeom>
          <a:solidFill>
            <a:srgbClr val="FFF5F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889052" y="2545407"/>
            <a:ext cx="1315236" cy="731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应对：</a:t>
            </a:r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开发用 WSL2 / 虚拟机；脚本添加环境检测提示；演示优先使用 WSL。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660850" y="1215926"/>
            <a:ext cx="1898749" cy="2365177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660850" y="1234976"/>
            <a:ext cx="1898749" cy="0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001" y="1457176"/>
            <a:ext cx="15222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日志权限不足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64001" y="1733401"/>
            <a:ext cx="1522297" cy="406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/var/log 路径下部分文件需 root 权限读取。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64001" y="2240905"/>
            <a:ext cx="1492448" cy="934045"/>
          </a:xfrm>
          <a:prstGeom prst="roundRect">
            <a:avLst>
              <a:gd name="adj" fmla="val 5439"/>
            </a:avLst>
          </a:prstGeom>
          <a:solidFill>
            <a:srgbClr val="FFF5F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965502" y="2342406"/>
            <a:ext cx="1315236" cy="731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应对：</a:t>
            </a:r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脚本检查可读性；给出 sudo 提示；提供模拟日志文件用于无权限环境演示。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737300" y="1215926"/>
            <a:ext cx="1898749" cy="2365177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6737300" y="1234976"/>
            <a:ext cx="1898749" cy="0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0451" y="1457176"/>
            <a:ext cx="15222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工作量压力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40451" y="1733401"/>
            <a:ext cx="1522297" cy="406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人 3 周完成全部功能可能时间紧张。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940451" y="2240905"/>
            <a:ext cx="1492448" cy="934045"/>
          </a:xfrm>
          <a:prstGeom prst="roundRect">
            <a:avLst>
              <a:gd name="adj" fmla="val 5439"/>
            </a:avLst>
          </a:prstGeom>
          <a:solidFill>
            <a:srgbClr val="FFF5F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041952" y="2342406"/>
            <a:ext cx="1315236" cy="731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应对：</a:t>
            </a:r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核心路径优先（采集+诊断+报告）；SSH 远程等扩展功能作为加分项后延；每日沟通同步。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智能运维助手 - 项目规划</dc:title>
  <dc:subject>PptxGenJS Presentation</dc:subject>
  <dc:creator>AI Ops Team</dc:creator>
  <cp:lastModifiedBy>AI Ops Team</cp:lastModifiedBy>
  <cp:revision>1</cp:revision>
  <dcterms:created xsi:type="dcterms:W3CDTF">2026-05-11T11:57:43Z</dcterms:created>
  <dcterms:modified xsi:type="dcterms:W3CDTF">2026-05-11T11:57:43Z</dcterms:modified>
</cp:coreProperties>
</file>