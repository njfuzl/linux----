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智能运维助手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EB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Ops Agent — Linux 课程项目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86000" y="292608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系统采集 + AI 智能诊断 + 对话式运维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人团队 · 3 周开发 · Linux + AI 融合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0" cy="27432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8229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87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开发一个融合 AI 的 Linux 系统运维助手，支持系统资源自动采集、日志智能分析、AI 诊断建议和自然语言对话式操作。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74520"/>
            <a:ext cx="54864" cy="8229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47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读懂系统状态 — 定时采集系统指标，送入 LLM 分析，自动诊断问题并给出可操作修复建议。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34640"/>
            <a:ext cx="54864" cy="8229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07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交付产出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1546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脚本集（4个）+ Python 引擎（5个模块）+ 快照数据 + 诊断报告 + 单元测试 + 完整文档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核心功能（3 个模块）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0" cy="27432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097280"/>
            <a:ext cx="548640" cy="54864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143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系统采集与日志分析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一键采集 CPU/内存/磁盘/网络/进程指标；grep/sed/awk 扫描系统日志异常模式，输出标准化 JSON。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1097280"/>
            <a:ext cx="548640" cy="54864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143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智能诊断引擎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封装 Prompt 调用 LLM API 分析系统健康状态，输出严重程度分级和修复建议；API 不可用时自动降级为离线规则引擎。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9144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0" y="1097280"/>
            <a:ext cx="548640" cy="54864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143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对话式运维终端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286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自然语言输入需求，AI 翻译为 Shell 命令，用户确认后执行并解读结果；内置危险命令拦截和超时保护。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技术架构与数据流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0" cy="27432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crontab / 手动触发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采集层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sys_collector · log_scanner · process_guard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引擎层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data_reader → ai_engine → report_gen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54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终端菜单 · 对话模式 · 报告查看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覆盖技术（11 项）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123444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2344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(bash)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49440" y="123444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2344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grep/sed/awk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0" y="155448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5544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管道/重定向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49440" y="155448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5544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进程管理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0" y="187452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874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日志分析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49440" y="187452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874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crontab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0" y="219456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网络命令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49440" y="219456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文件/权限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0" y="251460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2514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Python+Linux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49440" y="251460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2514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Agent调用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0" y="283464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8346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版本控制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接口约定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0" y="3611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stdout = 纯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stderr = 日志/提示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subprocess.run() 调用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小组分工（3 人）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0" cy="27432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1440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2B579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326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 A · Shell 方向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 A：采集与分析层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common.sh — 公共函数库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sys_collector.sh — 系统资源采集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log_scanner.sh — 日志扫描分析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process_guard.sh — 进程守护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auto_reporter.sh — 定时快照编排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cron_setup.sh — crontab 部署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test_shell.sh — Shell 单元测试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91440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1A7A5A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9326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 B · AI 引擎方向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 B：诊断核心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737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ai_engine.py — AI 诊断引擎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data_reader.py — 快照数据读取解析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config_loader.py — 配置加载与管理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config.yaml — 全局配置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Prompt 模板设计与调优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离线规则引擎开发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8229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91440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D4760A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9326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 C · 交互与集成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 C：界面与测试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737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 — 主入口交互菜单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shell_agent.py — 对话式运维代理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report_gen.py — 报告生成器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utils.py — 公共工具函数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test_python.py — Python 单元测试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集成测试脚本编写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周开发计划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0" cy="27432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144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2B579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 + 核心采集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Git仓库，common.sh，sys_collector.sh，log_scanner.sh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config_loader，data_reader，ai_engine框架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main.py菜单框架，shell_agent原型，utils.py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FFF9E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Shell输出合法JSON，Python可解析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8229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9144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2B579A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914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功能完善 + 集成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645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auto_reporter.sh，cron_setup.sh，process_guard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ai_engine完善(API+重试+解析)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shell_agent完善，report_gen.py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91840" y="365760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FFF9E6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全链路采集→AI→报告跑通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8229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9144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2B579A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914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 + 文档 + 交付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1645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test_shell.sh，兼容测试，运行截图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Prompt调优，项目报告技术章节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test_python.py，集成测试，演示视频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6480" y="365760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FFF9E6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Tag v1.0，所有材料打包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风险识别与应对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0" cy="27432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22960"/>
            <a:ext cx="196596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API 不可用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内置离线规则引擎降级；支持多 Provider 切换（OpenAI / DeepSeek / Ollama 本地）。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82296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822960"/>
            <a:ext cx="196596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051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环境兼容性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146304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开发用 WSL2 / 虚拟机；脚本添加环境检测提示；演示优先使用 WSL。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822960"/>
            <a:ext cx="196596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51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日志权限不足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46304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脚本检查可读性；给出 sudo 提示；提供模拟日志文件用于无权限环境演示。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82296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12280" y="822960"/>
            <a:ext cx="196596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051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工作量协调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146304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人分工明确各司其职；每日沟通同步；优先核心路径，非核心功能后延。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智能运维助手 - 项目规划</dc:title>
  <dc:subject>PptxGenJS Presentation</dc:subject>
  <dc:creator>AI Ops Team</dc:creator>
  <cp:lastModifiedBy>AI Ops Team</cp:lastModifiedBy>
  <cp:revision>1</cp:revision>
  <dcterms:created xsi:type="dcterms:W3CDTF">2026-05-17T10:35:14Z</dcterms:created>
  <dcterms:modified xsi:type="dcterms:W3CDTF">2026-05-17T10:35:14Z</dcterms:modified>
</cp:coreProperties>
</file>